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1):
"สวัสดีครับอาจารย์และเพื่อนๆ ทุกคน วันนี้กลุ่มของพวกเราขอเสนองานในรายวิชา Software Engineering โครงงาน UTOK (อุทก) — Thailand Flood Risk Assessment &amp; Incident Reporting Platform หรือระบบประเมินความเสี่ยง คัดกรองเหตุการณ์ และแจ้งเตือนภัยน้ำท่วมประเทศไทย ครอบคลุมครบทั้ง 77 จังหวัด
โดยโครงงานนี้พัฒนายกระดับด้วยกระบวนการ Multi-Agent AI Software Engineering และระบบสารสนเทศภูมิศาสตร์ GIS แบบ Real-Time โดยมี ผศ.วัชรชัย วิริยะสุทธิวงศ์ เป็นอาจารย์ที่ปรึกษาครับ"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2):
"เริ่มต้นที่ปัญหา Pain Points หลัก 3 ข้อที่เราพบครับ:
ข้อแรก ข้อมูลน้ำท่วมในปัจจุบันกระจัดกระจาย ประชาชนไม่ทราบว่าบ้านของตัวเองมีความเสี่ยงแค่ไหนในระดับอำเภอหรือตำบลก่อนมวลน้ำจะมาถึง
ข้อสอง เมื่อเกิดเหตุฉุกเฉิน การแจ้งขอความช่วยเหลือมักทำผ่านกลุ่มเฟซบุ๊กหรือสายด่วน ซึ่งขาดพิกัด GIS ที่แม่นยำ และประชาชนไม่รู้ว่ามีเจ้าหน้าที่รับเรื่องแล้วหรือยัง
และข้อสาม ทางฝั่งเจ้าหน้าที่ศูนย์บัญชาการ ต้องรับข้อมูลมหาศาลจากหลายช่องทาง ทำให้คัดกรองเคสฉุกเฉินวิกฤต เช่น ผู้ป่วยติดเตียงหรือเด็ก ได้ล่าช้าครับ"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3):
"เพื่อแก้ปัญหาดังกล่าว เราจึงนำ AI เข้ามาขับเคลื่อนใน 3 ด้านหลักครับ:
ด้านแรก คือ Explainable Flood Risk Scoring Model ที่คำนวณคะแนนความเสี่ยงจากปัจจัยกายภาพจริง ทั้งปริมาณน้ำฝน ระยะแม่น้ำ และความสูงพื้นที่ ออกมาเป็นคะแนน 0-100% พร้อมคำแนะนำการปฏิบัติตัวครบ 77 จังหวัด
ด้านที่สอง คือ AI Incident Triage Engine ที่ทำหน้าที่สแกนข้อความขอความช่วยเหลือ ตรวจจับกลุ่มเปราะบาง เช่น ผู้ป่วยติดเตียง หรืออันตรายจากไฟรั่ว เพื่อจัดลำดับความเร่งด่วน P1 ถึง P4 ส่งให้เจ้าหน้าที่เข้าช่วยได้ทันที
และด้านที่สาม คือการใช้ Multi-Agent AI ถึง 17 ตัวในการร่วมกันออกแบบและพัฒนาซอฟต์แวร์ทั้งระบบตาม SDLC โดยมีมนุษย์คอยกำกับทุกด่านครับ"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4):
"ในส่วนของสถาปัตยกรรมระบบ เราออกแบบเป็น Full-Stack ที่ตอบสนองแบบ Real-Time:
ฝั่ง Frontend พัฒนาด้วย React 18, Vite และ Leaflet GIS โดยใช้เทคนิค Canvas Rendering วาดความเสี่ยง 77 จังหวัดได้ลื่นไหล ไม่กระตุก
ฝั่ง Backend ใช้ Node.js และ Express ทำงานร่วมกับ PostgreSQL และ PostGIS ในการจัดการข้อมูลพิกัดภูมิศาสตร์
และไฮไลต์สำคัญคือท่อสื่อสาร Server-Sent Events (SSE) ที่ทำหน้าที่กระจายข่าวเตือนภัยและการเปลี่ยนสถานะรายงานไปยังทุกอุปกรณ์ที่เปิดระบบอยู่แบบ Real-time ทันทีครับ"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5):
"มาดูการสาธิตการทำงานจริงของระบบฝั่งประชาชนกันครับ:
เริ่มต้นผู้ใช้สามารถสมัครสมาชิกจริง โดยเลือกบันทึกพื้นที่พักอาศัยของตนเองได้
จากนั้นบนหน้าแผนที่แบบ Interactive ประชาชนสามารถกดดูระดับความเสี่ยงของทั้ง 77 จังหวัดได้แบบละเอียด
และเมื่อต้องการแจ้งเหตุ ประชาชนเพียงคลิกบนแผนที่หรือใช้ GPS ระบบจะให้ระบุระดับน้ำ แนบภาพถ่าย และพิมพ์รายละเอียด ซึ่งโมดูล AI Incident Triage ของเราจะประเมินคะแนนความรุนแรงและปักหมุดส่งไปยังศูนย์บัญชาการทันทีครับ"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6):
"ถัดมาเป็นฝั่งของเจ้าหน้าที่ศูนย์สั่งการครับ:
การเข้าสู่ระบบต้องใช้รหัสความปลอดภัยหน่วยงานเพื่อป้องกันสิทธิ์ โดยเมื่อเข้าสู่หน้า Dashboard เจ้าหน้าที่จะเห็นรายงานทั้งหมดที่ส่งเข้ามา
ระบบช่วยคัดกรองเคส P1 ซึ่งเป็นเคสวิกฤตไว้บนสุด เจ้าหน้าที่สามารถกด Verify เพื่อรับเรื่อง หรือ Resolve เมื่อช่วยเหลือเสร็จสิ้น
นอกจากนี้ ยังสามารถปรับระดับความเสี่ยงของแต่ละจังหวัด และส่งสัญญาณประกาศเตือนภัยฉุกเฉิน Broadcast ไปยังประชาชนทุกคนได้ทันทีครับ"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7):
"นอกจากนี้ ระบบของเรายังมาพร้อม 2 ฟีเจอร์สำคัญ:
ฟีเจอร์แรกคือ Notification Test Lab ที่สามารถทดสอบการแจ้งเตือน Push Notification ขึ้นที่ระดับระบบปฏิบัติการของเครื่อง พร้อมเสียงสัญญาณไซเรนฉุกเฉิน และทดสอบยิง Real-time ข้ามอุปกรณ์ได้ทันที
และฟีเจอร์ที่สอง คือการรองรับ Progressive Web App (PWA) ทำให้ประชาชนในพื้นที่ประสบภัยสามารถกด 'Add to Home Screen' ติดตั้งเป็นแอปบนมือถือได้ทั้ง iOS และ Android ทันที มีเมนูนำทางด้านล่างที่ใช้งานง่ายด้วยมือเดียวครับ"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8):
"ในส่วนของหัวข้อการสร้าง Software Engineer Team ตามกระบวนการ SDLC:
เราได้สร้างทีม AI Engineering เฉพาะทางทั้งหมด 17 ตัว ทำงานร่วมกันใน 7 ลำดับขั้นอย่างเป็นระบบ:
เริ่มตั้งแต่ Phase 1 Discovery วิเคราะห์โดเมนอุทกภัย, Phase 2 ร่าง PRD, Phase 3 ออกแบบ GIS และ UX,
Phase 4 วางโครงสร้างสถาปัตยกรรมและ Schema ฐานข้อมูล, Phase 5 แยกพัฒนาระบบฝั่งหน้าบ้าน หลังบ้าน และ Real-time,
Phase 6 การตรวจสอบ QA, Security และ Accessibility และจบที่ Phase 7 การจัดการ Release 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9):
"สิ่งที่สำคัญที่สุดในกระบวนการนี้ คือการไม่ปล่อยให้ AI ทำงานโดยไร้การควบคุมครับ:
เรามีกลไก 5 Human-in-the-Loop Checkpoints กำกับในทุกจุดเปลี่ยนผ่านสำคัญ ได้แก่ Requirements Gate, Experience Gate, Architecture Gate, Integration Gate และ Release Gate
และทุกชิ้นงาน Artifact จะถูกเข้ารหัสคำนวณค่า SHA-256 บันทึกลงใน Workflow State ทำให้กระบวนการทั้งหมดมีความโปร่งใส ตรวจสอบย้อนกลับได้ 100% 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10):
"นี่คือชุดเครื่องมือและเทคโนโลยีทั้งหมดที่เราเลือกใช้ครับ:
ด้านหน้าบ้านใช้ React 18, Leaflet และ PWA
ด้านหลังบ้านใช้ Node.js, Express และ SSE สำหรับระบบ Real-time
ฐานข้อมูลใช้ PostgreSQL ร่วมกับ PostGIS รองรับการคำนวณพิกัดภูมิศาสตร์
และในส่วนของการจัดการ AI เราเขียน Node.js Agentic SDLC Runner ขึ้นมาควบคุม Workflow และตรวจสอบสถานะ Checkpoint อัตโนมัติครับ"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11):
"สำหรับทิศทางการพัฒนาต่อยอดในอนาคต เราวางแผนไว้ 4 ส่วนสำคัญครับ:
1. การเชื่อมต่อ API ข้อมูลจริงจากคลังข้อมูลน้ำแห่งชาติ ThaiWater และดาวเทียม GISTDA
2. การนำ Computer Vision มาอ่านระดับน้ำจากรูปถ่ายประชาชนอัตโนมัติ และใช้ Deep Learning พยากรณ์น้ำล่วงหน้า 3 วัน
3. การขยายช่องทางแจ้งเตือนผ่าน SMS, LINE OA และ Cell Broadcast เพื่อให้ถึงประชาชนแม้เน็ตขัดข้อง
และ 4. ระบบ Smart Rescue Dispatch ช่วยจัดคิวเรือและทีมแพทย์เข้าช่วยผู้ประสบภัยกลุ่มเปราะบางครับ"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12):
"นี่คือรายการเอกสารและมาตรฐานอ้างอิงที่เราใช้ในการค้นคว้าและพัฒนาโปรเจกต์นี้ครับ ทั้งจากสถาบันสารสนเทศทรัพยากรน้ำ สสน., ดาวเทียม GISTDA, กรมป้องกันและบรรเทาสาธารณภัย ปภ. 1784, เอกสารมาตรฐาน PostGIS และข้อกำหนด W3C PWA 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บทพูดนำเสนอ (Slide 13):
"สุดท้ายนี้ กลุ่มของพวกเราขอขอบพระคุณ ผศ.วัชรชัย วิริยะสุทธิวงศ์ อาจารย์ที่ปรึกษา ที่ให้คำแนะนำและตรวจทานโครงงานนี้เป็นอย่างดียิ่ง
และหากอาจารย์หรือเพื่อนๆ มีข้อสงสัยหรือข้อเสนอแนะเพิ่มเติม กลุ่มของพวกเรายินดีตอบทุกคำถาม ขอบคุณครับ"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7680960" cy="365760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3840480" cy="320040"/>
          </a:xfrm>
          <a:prstGeom prst="roundRect">
            <a:avLst>
              <a:gd name="adj" fmla="val 48571"/>
            </a:avLst>
          </a:prstGeom>
          <a:solidFill>
            <a:srgbClr val="0B3B6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 SOFTWARE ENGINEERING PROJECT • SWU</a:t>
            </a:r>
            <a:endParaRPr lang="en-US" sz="1000" dirty="0"/>
          </a:p>
        </p:txBody>
      </p:sp>
      <p:pic>
        <p:nvPicPr>
          <p:cNvPr id="5" name="Image 0" descr="/Users/thuwanon/Documents/cpe_sw/SW_Project/frontend/public/swu-eng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058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173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UTOK (อุทก)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2057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Flood Risk Assessment &amp; Incident Reporting Platform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ระบบประเมินความเสี่ยง รายงานเหตุการณ์ และแจ้งเตือนภัยน้ำท่วมประเทศไทย 77 จังหวัด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ขับเคลื่อนด้วยสถาปัตยกรรม Multi-Agent AI Software Engineering &amp; PostGIS Real-time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97280" y="3154680"/>
            <a:ext cx="6949440" cy="960120"/>
          </a:xfrm>
          <a:prstGeom prst="roundRect">
            <a:avLst>
              <a:gd name="adj" fmla="val 14286"/>
            </a:avLst>
          </a:prstGeom>
          <a:solidFill>
            <a:srgbClr val="13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32461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ภาควิชาวิศวกรรมคอมพิวเตอร์ คณะวิศวกรรมศาสตร์ มหาวิทยาลัยศรีนครินทรวิโรฒ (มศว)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อาจารย์ที่ปรึกษา: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ผศ.วัชรชัย วิริยะสุทธิวงศ์   |   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คณะผู้จัดทำ: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[ใส่ชื่อ-นามสกุล สมาชิกกลุ่มทุกคน ไม่ต้องมีคำนำหน้าและรหัสนิสิต]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2 •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Points: ปัญหาความวิกฤตของการจัดการอุทกภัยในไทย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2468880" cy="320040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21031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488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ข้อมูลกระจัดกระจายและไม่เฉพาะเจาะจง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ประชาชนไม่ทราบระดับความเสี่ยงเฉพาะพื้นที่พักอาศัยของตนเองล่วงหน้า การเตือนภัยมักประกาศภาพรวมระดับลุ่มน้ำ ทำให้เตรียมตัวรับมือไม่ทันก่อนมวลน้ำหลาก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468880" cy="320040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520440" y="2148840"/>
            <a:ext cx="21031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1488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PRECISION &amp; TRACKING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2044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การแจ้งเหตุขาดพิกัดแม่นยำ &amp; ไร้ Real-time Tracking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การขอความช่วยเหลือผ่านโซเชียลมีเดียหรือโทรศัพท์ไม่มีการปักหมุดพิกัด GPS ขาดข้อมูลระดับน้ำจริง และประชาชนไม่สามารถติดตามสถานะการช่วยเหลือได้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468880" cy="3200400"/>
          </a:xfrm>
          <a:prstGeom prst="roundRect">
            <a:avLst>
              <a:gd name="adj" fmla="val 74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21031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488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RESCUE DISPATCH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2648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ศูนย์สั่งการคัดกรองเหตุ (Triage) ล่าช้า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31089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เจ้าหน้าที่กู้ภัยและศูนย์บัญชาการได้รับข้อมูลซ้ำซ้อนจากหลายทาง ขาดระบบ AI จัดลำดับความเร่งด่วนสำหรับผู้ป่วยติดเตียงและเด็ก ทำให้ส่งเรือและหน่วยแพทย์ล่าช้า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2 • WHY AI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ทำไมต้องเป็น AI &amp; Agentic Engineering ในการแก้ปัญหา?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55448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HYDROLOGY + GIS AI (0-100%)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0" y="1527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Explainable Flood Risk Scoring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วิเคราะห์ 3 มิติทางกายภาพ: ปริมาณน้ำฝนสะสม (มม.), ระยะห่างจากแม่น้ำสายหลัก (กม.), และความสูงต่ำของภูมิประเทศ (เมตร)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คำนวณร่วมกับจำนวนรายงานเหตุจริงในพื้นที่แบบ Dynamic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แปลผลคะแนนเป็นระดับความเสี่ยง (เขียว/เหลือง/แดง) พร้อมคำแนะนำการปฏิบัติตนอัตโนมัติครบทั้ง 77 จังหวัด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69748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6974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&amp; SEVERITY TRIAGE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Real-time AI Incident Triage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สแกนข้อความขอความช่วยเหลือและระดับน้ำที่ส่งเข้ามาโดยอัตโนมัติ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ตรวจจับคีย์เวิร์ดวิกฤต (กระแสไฟฟ้ารั่ว, น้ำเชี่ยว, น้ำท่วมมิดหลังคา, ติดค้าง)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ตรวจจับกลุ่มเปราะบาง (ผู้ป่วยติดเตียง, คนชรา, เด็กทารก, คนท้อง)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จัดลำดับความสำคัญฉุกเฉิน P1 (วิกฤตสูงสุด) ถึง P4 ทันทีที่ประชาชนพิมพ์ส่ง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0332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40480"/>
            <a:ext cx="2560320" cy="237744"/>
          </a:xfrm>
          <a:prstGeom prst="roundRect">
            <a:avLst>
              <a:gd name="adj" fmla="val 19231"/>
            </a:avLst>
          </a:prstGeom>
          <a:solidFill>
            <a:srgbClr val="131F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SPECIALIZED AI AGENTS &amp; SDLC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0" y="3813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Multi-Agent Software Engineering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ใช้ AI Agents เฉพาะทาง 17 ตัว ร่วมพัฒนาตลอดวงจร SDLC 7 Phases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ควบคุมคุณภาพและป้องกันความผิดพลาดด้วย 5 Human-in-the-Loop Checkpoints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เก็บบันทึกหลักฐาน Artifacts และ Hash SHA-256 เพื่อความโปร่งใสและตรวจสอบได้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 •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สถาปัตยกรรมระบบแบบ Full-Stack Real-time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Leaflet GIS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Vite, PWA Service Worker, Web Audio API, Canvas Map Layer 77 จังหวัด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Gateway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RBAC, Multer, Helmet, Rate Limiter, AI Triage &amp; News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Spatial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PostGIS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240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Runtime Store, GIS Spatial Queries, Incident &amp; User Records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520440"/>
            <a:ext cx="7680960" cy="114300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6118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Server-Sent Events (SSE) Real-Time Data 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8862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เมื่อประชาชนแจ้งเหตุ หรือเจ้าหน้าที่ปรับระดับความเสี่ยง/ส่ง Emergency Broadcast ข้อมูลจะถูกกระจายผ่าน SSE ไปยังทุกเบราว์เซอร์และมือถือทันที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รองรับ In-Memory Fallback ทำให้ทดสอบและรัน Demo ได้ทันทีโดยไม่ต้องต่อฐานข้อมูลภายนอก และรองรับ PostGIS สำหรับการใช้งานจริง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3 • SYSTEM DEMO (PART 1)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การทำงานของระบบฝั่งประชาชน (Citizen Flow)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การสมัครสมาชิกและเข้าสู่ระบบจริง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ประชาชนกรอกชื่อ อีเมล รหัสผ่าน และเลือกจังหวัด/อำเภอที่พักอาศัย บัญชีถูกเข้ารหัสด้วย bcrypt และบันทึกลง Persistent Storage ถาวร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สำรวจแผนที่ความเสี่ยง 77 จังหวัด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คลิกเลือกจังหวัดบนแผนที่เพื่อดูคะแนนความเสี่ยง สภาพอากาศ ปริมาณฝนสะสม และระดับความสูง พร้อมคำแนะนำการเตรียมตัว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2468880" cy="192024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6002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ขั้นตอนที่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874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แจ้งเหตุพร้อม AI Incident Triage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คลิกปักหมุดบนแผนที่ เลือกระดับน้ำ อัปโหลดรูปถ่าย ระบุกลุ่มเปราะบาง ระบบ AI คำนวณความเร่งด่วน P1-P4 แสดงผลแบบ Real-time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7680960" cy="1143000"/>
          </a:xfrm>
          <a:prstGeom prst="roundRect">
            <a:avLst>
              <a:gd name="adj" fmla="val 12000"/>
            </a:avLst>
          </a:prstGeom>
          <a:solidFill>
            <a:srgbClr val="131F33"/>
          </a:solidFill>
          <a:ln w="12700">
            <a:solidFill>
              <a:srgbClr val="33415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[กรอบสำหรับวางภาพหน้าจอแคปเจอร์จริง: แผนที่ประเทศไทย 77 จังหวัด + ฟอร์มแจ้งเหตุพร้อมกล่องวิเคราะห์ AI Triage]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3 • SYSTEM DEMO (PART 2)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ศูนย์บัญชาการและจัดการภัยพิบัติ (Authority Flow)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เข้าสู่ระบบเจ้าหน้าที่ (Security Code)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55448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131F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RBAC &amp; AUDIT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สมัครและเข้าสู่ระบบศูนย์บัญชาการด้วยรหัสยืนยันหน่วยงาน ('1784' หรือ 'SWU-CPE-2026') เพื่อแยกสิทธิ์ Role-Based Access Control อย่างเคร่งครัด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คัดกรองและเปลี่ยนสถานะรายงาน (Triage)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65176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131F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MODERATION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เจ้าหน้าที่เห็นรายงานพร้อมป้าย P1-P4 สามารถคลิกดูรูป พิกัด และกด 'ยืนยัน (Verify)' หรือ 'แก้ไขแล้ว (Resolve)' ซึ่งฝั่งประชาชนจะอัปเดต Real-time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ปรับระดับความเสี่ยง &amp; ส่ง Emergency Broadcast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749040"/>
            <a:ext cx="2194560" cy="228600"/>
          </a:xfrm>
          <a:prstGeom prst="roundRect">
            <a:avLst>
              <a:gd name="adj" fmla="val 20000"/>
            </a:avLst>
          </a:prstGeom>
          <a:solidFill>
            <a:srgbClr val="131F33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BROADCAST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สามารถปรับคะแนนความเสี่ยงรายจังหวัด (ต่ำ/กลาง/สูง) และสร้างประกาศเตือนภัยฉุกเฉินระดับ Red Alert พร้อมส่งตรงถึงหน้าจอประชาชนทันที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3 • SYSTEM DEMO (PART 3)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ศูนย์ทดสอบแจ้งเตือนจริง &amp; รองรับแอปมือถือ (PWA)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703320" cy="32004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ศูนย์ทดสอบแจ้งเตือนจริง (Test Lab)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Push Notification: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ส่งการแจ้งเตือนระดับ OS ขึ้นหน้าจอคอมพิวเตอร์และมือถือจริง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Audio Siren Alert: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เล่นเสียงสัญญาณไซเรนเตือนภัยฉุกเฉินเมื่อมีประกาศความเสี่ยงสูง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SSE Multi-Device Test: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กดทดสอบครั้งเดียวยิงเตือนภัยไปยังทุกเครื่องที่เปิดเว็บอยู่พร้อมกัน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703320" cy="32004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00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รองรับแอปพลิเคชันมือถือ (PWA)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96596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Web App (PWA):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รองรับ Service Worker และ Web App Manifest เต็มรูปแบบ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to Home Screen: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ติดตั้งลงหน้าจอมือถือได้ทั้ง iOS และ Android ไม่ต้องผ่าน Store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Navigation Bar: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มีแถบเมนูด้านล่างสำหรับการใช้งานมือเดียวได้อย่างคล่องตัวในพื้นที่น้ำท่วม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4.1 • MULTI-AGENT SDLC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Team: 17 AI Agents ครอบคลุม 7 Phases SDLC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Requirements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 Domain &amp; Data Agent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4173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Product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Manager Agent (PRD &amp; Stories)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UX &amp; Accessibility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GIS &amp; Map Experience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629400" y="141732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Architecture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084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Solution Architect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&amp; GIS Architect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&amp; API Contract Agent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379476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5468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Implementation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 Frontend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Authority Frontend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Backend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&amp; Realtime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 Risk Data Engineer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 Automation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&amp; Privacy Review 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 &amp; Performance Agent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9400" y="306324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154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Operations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3383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DevOps &amp; Release Agent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4.2 • GOVERNANCE &amp; GATES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Workflow: 46 Handoffs &amp; 5 Human-in-the-Loop Checkpoints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002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B3B6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อนุมัติขอบเขต PRD, User Stories และ Functional Baseline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by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Owner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146304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16002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B3B6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77440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Gate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77440" y="23774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 UX Flow, แบบแผนที่ GIS และการเข้าถึง Accessibility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by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Lead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840480" y="146304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16002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B3B6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23774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อนุมัติสถาปัตยกรรม PostGIS, REST API และ Security Boundaries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by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0" y="146304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16002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B3B6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23774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อนุมัติผลการทดสอบการเชื่อมต่อ Frontend, Backend และ Real-time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by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49440" y="146304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1600200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0B3B60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1920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40880" y="237744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อนุมัติแพ็กเกจ Release ใช้งานจริงพร้อมหลักฐาน Audit Hashes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4088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Approved by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Lead (Thuwanon)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1520" y="3749040"/>
            <a:ext cx="7680960" cy="960120"/>
          </a:xfrm>
          <a:prstGeom prst="roundRect">
            <a:avLst>
              <a:gd name="adj" fmla="val 11429"/>
            </a:avLst>
          </a:prstGeom>
          <a:solidFill>
            <a:srgbClr val="131F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8221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ความโปร่งใสและการควบคุมคุณภาพ (Auditability &amp; Determinism)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ทุกขั้นตอนมี 46 Handoffs ส่งมอบงานตามลำดับ และต้องผ่านการอนุมัติจากมนุษย์ (Human Gate) ก่อนข้ามไปยังขั้นตอนถัดไป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บันทึกหลักฐานเอกสารและโค้ดด้วยการคำนวณค่า SHA-256 Hash ลงใน workflow-state.json ไม่มีการรันข้ามหรือดัดแปลงผลลัพธ์โดยพลการ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4.3 • TECH STACK &amp; TOOLS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Development Tools: เครื่องมือที่ใช้ในการพัฒนา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27632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31F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276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62763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• Vite • Leaflet GIS • Lucide Icons • Progressive Web App (PWA) • Tailwind CSS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32304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31F3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323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Realtime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43230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20+ • Express.js • Server-Sent Events (SSE) • JSON Web Token (JWT) • bcryptjs • Multer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072384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236976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31F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369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GIS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23697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• PostGIS 3.4 Spatial Extension • In-memory Fallback • 77 Provinces Dataset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877056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41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31F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404164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Node.js Agentic Runner • Human Approval CLI • SHA-256 Audit Logger • VS Code Tasks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5 • FUTURE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Development: แนวทางการพัฒนาต่อยอดในอนาคต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749040" cy="150876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Hydrology &amp; Satellite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เชื่อมต่อ API คลังข้อมูลน้ำแห่งชาติ (ThaiWater ของ สสน.) และภาพถ่ายดาวเทียมน้ำท่วมจาก GISTDA เพื่อดึงค่าฝนและระดับน้ำจริงแบบอัตโนมัติ 24 ชม.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150876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54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Computer Vision &amp; Deep Learning Forecasting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ใช้โมเดล Computer Vision วิเคราะห์ระดับน้ำจากภาพถ่ายที่ประชาชนส่งมาอัตโนมัติ และใช้โมเดล Time-Series พยากรณ์น้ำท่วมล่วงหน้า 24–72 ชั่วโมง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063240"/>
            <a:ext cx="3749040" cy="150876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Emergency Broadcast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657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ขยายระบบแจ้งเตือนภัยผ่านช่องทาง SMS Gateway, LINE Official Account และ Cell Broadcast เพื่อเตือนประชาชนในพื้นที่อับสัญญาณอินเทอร์เน็ต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749040" cy="150876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3200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Rescue Dispatch &amp; Resource Allocation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657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ระบบบริหารจัดการยานพาหนะกู้ภัย เรือท้องแบน และศูนย์พักพิงชั่วคราว พร้อมจัดคิวช่วยเหลือผู้ประสบภัยกลุ่มเปราะบางอย่างมีประสิทธิภาพสูงสุด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6 • CITATIONS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เอกสารและแหล่งข้อมูลอ้างอิง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90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คลังข้อมูลน้ำแห่งชาติ (ThaiWater)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709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สถาบันสารสนเทศทรัพยากรน้ำ (องค์การมหาชน). (2567). ระบบสารสนเทศทรัพยากรน้ำและการคาดการณ์อุทกภัย. สืบค้นจาก https://www.thaiwater.net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075688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48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ระบบติดตามสถานการณ์น้ำท่วมจากดาวเทียม (Thailand Flood Monitoring System)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3682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สำนักงานพัฒนาเทคโนโลยีอวกาศและภูมิสารสนเทศ (องค์การมหาชน) - GISTDA. (2567). ข้อมูลพื้นที่น้ำท่วมขังเชิงพื้นที่ประเทศไทย. สืบค้นจาก https://flood.gistda.or.th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2734056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072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แนวทางการแจ้งเตือนภัยพิบัติและศูนย์นิรภัย 1784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0266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กรมป้องกันและบรรเทาสาธารณภัย กระทรวงมหาดไทย. (2567). คู่มือมาตรฐานการปฏิบัติการตอบโต้ภาวะฉุกเฉินและเตือนภัยพิบัติ. สืบค้นจาก https://www.disaster.go.th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392424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655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PostGIS Spatial and Geographic Objects for PostgreSQL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685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Project Steering Committee. (2024). PostGIS 3.4 Spatial Database Manual. Retrieved from https://postgis.net/documentation/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" y="4050792"/>
            <a:ext cx="768096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23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Progressive Web Apps (PWA) &amp; Web Notifications Specification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Developer Network (MDN) &amp; World Wide Web Consortium (W3C). (2024). Service Worker and Web App Manifest Standard. Retrieved from https://developer.mozilla.org/en-US/docs/Web/Progressive_web_apps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ลำดับที่ 7 • TEAM &amp; ADVISOR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ข้อมูลคณะผู้จัดทำและอาจารย์ที่ปรึกษา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68096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4389120" cy="3200400"/>
          </a:xfrm>
          <a:prstGeom prst="roundRect">
            <a:avLst>
              <a:gd name="adj" fmla="val 5143"/>
            </a:avLst>
          </a:prstGeom>
          <a:solidFill>
            <a:srgbClr val="1E293B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คณะผู้จัดทำ (Members)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9202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*(กติกาการนำเสนอ: ไม่ใส่คำนำหน้า นาย/นางสาว และไม่ต้องแสดงรหัสนิสิต)*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ธุวานนท์ [ใส่นามสกุลสมาชิก]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รับผิดชอบ: Full-Stack Architecture, Real-Time SSE, AI Incident Triage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[ใส่ชื่อ - นามสกุล สมาชิกคนที่ 2]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รับผิดชอบ: Frontend React 18, Leaflet GIS Map Experience, Mobile PWA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[ใส่ชื่อ - นามสกุล สมาชิกคนที่ 3 (ถ้ามี)]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รับผิดชอบ: Backend Express API, Database Schema, QA &amp; Testing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0" y="1417320"/>
            <a:ext cx="3108960" cy="1463040"/>
          </a:xfrm>
          <a:prstGeom prst="roundRect">
            <a:avLst>
              <a:gd name="adj" fmla="val 11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อาจารย์ที่ปรึกษาโครงงาน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ผศ.วัชรชัย วิริยะสุทธิวงศ์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ภาควิชาวิศวกรรมคอมพิวเตอร์ คณะวิศวกรรมศาสตร์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มหาวิทยาลัยศรีนครินทรวิโรฒ (มศว)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0" y="3017520"/>
            <a:ext cx="3108960" cy="1600200"/>
          </a:xfrm>
          <a:prstGeom prst="roundRect">
            <a:avLst>
              <a:gd name="adj" fmla="val 8571"/>
            </a:avLst>
          </a:prstGeom>
          <a:solidFill>
            <a:srgbClr val="131F33"/>
          </a:solidFill>
          <a:ln w="12700">
            <a:solidFill>
              <a:srgbClr val="334155"/>
            </a:solidFill>
            <a:prstDash val="dash"/>
          </a:ln>
        </p:spPr>
      </p:sp>
      <p:pic>
        <p:nvPicPr>
          <p:cNvPr id="15" name="Image 0" descr="/Users/thuwanon/Documents/cpe_sw/SW_Project/frontend/public/swu-eng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3108960"/>
            <a:ext cx="1051560" cy="10515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394960" y="31089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[วางภาพถ่ายหมู่สมาชิกกลุ่ม]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ตราสัญลักษณ์คณะวิศวกรรมศาสตร์ มศว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CPE SWU - Software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UTOK (อุทก) - Software Engineering Presentation</dc:title>
  <dc:subject>Thailand Flood Risk Assessment &amp; Incident Reporting Platform</dc:subject>
  <dc:creator>ภาควิชาวิศวกรรมคอมพิวเตอร์ คณะวิศวกรรมศาสตร์ มหาวิทยาลัยศรีนครินทรวิโรฒ</dc:creator>
  <cp:lastModifiedBy>ภาควิชาวิศวกรรมคอมพิวเตอร์ คณะวิศวกรรมศาสตร์ มหาวิทยาลัยศรีนครินทรวิโรฒ</cp:lastModifiedBy>
  <cp:revision>1</cp:revision>
  <dcterms:created xsi:type="dcterms:W3CDTF">2026-10-30T06:53:20Z</dcterms:created>
  <dcterms:modified xsi:type="dcterms:W3CDTF">2026-10-30T06:53:20Z</dcterms:modified>
</cp:coreProperties>
</file>